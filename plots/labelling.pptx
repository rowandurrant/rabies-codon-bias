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AA99"/>
    <a:srgbClr val="322288"/>
    <a:srgbClr val="882155"/>
    <a:srgbClr val="CC6577"/>
    <a:srgbClr val="AA4399"/>
    <a:srgbClr val="999932"/>
    <a:srgbClr val="DCCB73"/>
    <a:srgbClr val="107733"/>
    <a:srgbClr val="CBDDA6"/>
    <a:srgbClr val="88C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94"/>
  </p:normalViewPr>
  <p:slideViewPr>
    <p:cSldViewPr snapToGrid="0">
      <p:cViewPr>
        <p:scale>
          <a:sx n="140" d="100"/>
          <a:sy n="14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5846-A9C9-08A1-030C-37E4237F7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6CD6D-2AB0-9FD8-CD4E-39D7FC994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BDA98-FF30-3F54-24D0-57F4DBF2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C3473-56EA-0C12-4AFF-2FE3B57F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E2FC8-1BB5-A379-DA56-973A0832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4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02BA-FA3B-4C66-F96D-F64998A8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4EEE4-4201-84A7-0AD8-7B1FC5C87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55F28-F6BC-084E-F43E-59D90405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56440-E01A-D787-41E6-775A058D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F8E9B-1AFD-D9BD-A3F5-BDF9CAB8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0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BF9C-49F2-D667-4717-FB04BDB2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31A82-BD07-0E4F-F956-CD583C126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5C49F-A262-B79F-1B74-93AA7F6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25C6-A06F-A721-A2C1-3BB0F403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6726F-D6AD-9982-C83F-E76A1972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3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DFBB-7519-42D0-D604-9FD7B9BA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7F31-D094-F91D-931E-4B81D6758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A9C91-9C30-03DB-6B64-DA749B55B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C2A20-8989-FD56-03AD-CCA588EB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CBEF8-76D1-93E3-039A-72BEE36E6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F16A5-2334-9B92-94D8-52B5935B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4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0A78-992C-3992-7BF3-AD47D7B22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482DC-A1B8-1089-5DDE-70BC87A31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BC1D7-31E3-E156-EE9C-47507201C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4C322-630B-37C2-5042-8D78E5413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891A5-E908-3E62-3DA7-905963EEA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A38B0-6C09-B112-D08A-C3D11647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2C649-8FC4-08FE-D736-71341C4C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C46FB9-41D8-6C22-B315-7B1D1585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7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1F9A-0376-48A5-EF75-70A80E84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F4C492-B912-E2B3-459D-7AD4BADBE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6DCD4-4BE7-A32E-B180-B6B0B5BF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19DF0-ED51-D6F7-08AA-3A8EBFB0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30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AE959-5AB7-9DF8-28BE-C6B3F562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4E9CD-73EA-5753-8079-95C7FD9C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C8446-D988-E4DA-3D9B-BD3D404B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9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3DD1-5A8E-9464-8AA1-BC6FD594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4626-75FB-AA7B-636E-0886EC804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D8D10-7955-2352-5ED5-92E3BA7B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12ABD-561D-A85D-10D5-4F4E2CAC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27BE5-FD33-AE0B-99A0-954AFA6E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21B33-D14B-E018-3CC9-932EA48E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0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88CF-230D-1637-3ABC-BADDB2F7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C3FF0-880C-768E-2C4F-98B038FB8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35836-8664-E1B5-417A-D0AA20090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3A311-E1CD-DD1D-85F8-8AB9B567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A74E2-2548-DF5D-1A7C-9F80D3B1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F9C0C-C0A0-9578-A3EC-DF92601F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1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0FA97-8E9A-AF77-E486-DBE231B7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0C288-7C2B-CC3E-2929-36445E41B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AB59-6EDE-F135-D758-4ACC0E9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39133-A6A8-5071-87D3-60A3FDAB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1D800-B173-DD5F-217F-969B59D43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5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646DD-52E7-257E-2295-738F7C7FF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51AE0-356B-1547-AADE-1A0ED8644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36001-61E6-3679-6632-E7981AE6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A8F2-2808-5EB5-F87E-0B63E4F6B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1612E-4388-43AB-4A34-18EEC943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2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B4784D-0786-5732-10B3-2023E740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5890-250C-04D0-EBFB-04EBDC73E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2951-534B-A7CA-ACDB-A3842C9F0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3C940-8F42-FE43-8415-281A589944F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F2D03-CCA2-6602-EA29-A2D6EB3FE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53132-B841-6F3E-468D-B38E58AD6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9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D38517D-B1A0-1B3E-66F0-6C3FAFD74E28}"/>
              </a:ext>
            </a:extLst>
          </p:cNvPr>
          <p:cNvGrpSpPr/>
          <p:nvPr/>
        </p:nvGrpSpPr>
        <p:grpSpPr>
          <a:xfrm>
            <a:off x="76201" y="0"/>
            <a:ext cx="6858000" cy="6858000"/>
            <a:chOff x="76201" y="0"/>
            <a:chExt cx="6858000" cy="6858000"/>
          </a:xfrm>
        </p:grpSpPr>
        <p:pic>
          <p:nvPicPr>
            <p:cNvPr id="5" name="Picture 4" descr="A diagram of a graph&#10;&#10;AI-generated content may be incorrect.">
              <a:extLst>
                <a:ext uri="{FF2B5EF4-FFF2-40B4-BE49-F238E27FC236}">
                  <a16:creationId xmlns:a16="http://schemas.microsoft.com/office/drawing/2014/main" id="{215BA372-B70A-8C39-BD78-F8F145035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1" y="0"/>
              <a:ext cx="6858000" cy="6858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F4E5B4-97DC-D8C0-3739-D9A2B4A35D5E}"/>
                </a:ext>
              </a:extLst>
            </p:cNvPr>
            <p:cNvSpPr txBox="1"/>
            <p:nvPr/>
          </p:nvSpPr>
          <p:spPr>
            <a:xfrm>
              <a:off x="2858813" y="1334813"/>
              <a:ext cx="19423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322288"/>
                  </a:solidFill>
                </a:rPr>
                <a:t>Cosmopolitan AF1b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58E473-E13D-25C0-25E9-7BFCBD25894D}"/>
                </a:ext>
              </a:extLst>
            </p:cNvPr>
            <p:cNvSpPr txBox="1"/>
            <p:nvPr/>
          </p:nvSpPr>
          <p:spPr>
            <a:xfrm>
              <a:off x="2637695" y="2227489"/>
              <a:ext cx="19904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CCEE"/>
                  </a:solidFill>
                </a:rPr>
                <a:t>Cosmopolitan AM2a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4AAA51C-E72A-0F74-82E1-4C3D64C0EFEF}"/>
                </a:ext>
              </a:extLst>
            </p:cNvPr>
            <p:cNvSpPr txBox="1"/>
            <p:nvPr/>
          </p:nvSpPr>
          <p:spPr>
            <a:xfrm>
              <a:off x="2650616" y="2396766"/>
              <a:ext cx="8631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BDDA6"/>
                  </a:solidFill>
                </a:rPr>
                <a:t>Arctic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B1AB6D-DBAB-58A1-AEEC-5EED29D1A90E}"/>
                </a:ext>
              </a:extLst>
            </p:cNvPr>
            <p:cNvSpPr txBox="1"/>
            <p:nvPr/>
          </p:nvSpPr>
          <p:spPr>
            <a:xfrm>
              <a:off x="2785874" y="2813440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633064-B7FD-9F08-1477-C4F346AA7918}"/>
                </a:ext>
              </a:extLst>
            </p:cNvPr>
            <p:cNvSpPr txBox="1"/>
            <p:nvPr/>
          </p:nvSpPr>
          <p:spPr>
            <a:xfrm>
              <a:off x="2433182" y="3706006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48B021-C1E8-9F0D-2BC7-233D2C5C5726}"/>
                </a:ext>
              </a:extLst>
            </p:cNvPr>
            <p:cNvSpPr txBox="1"/>
            <p:nvPr/>
          </p:nvSpPr>
          <p:spPr>
            <a:xfrm>
              <a:off x="2743861" y="3259723"/>
              <a:ext cx="1295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107733"/>
                  </a:solidFill>
                </a:rPr>
                <a:t>Asian SEA2b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7C7839-BDEF-BF08-9792-A274A4A7D4D7}"/>
                </a:ext>
              </a:extLst>
            </p:cNvPr>
            <p:cNvSpPr txBox="1"/>
            <p:nvPr/>
          </p:nvSpPr>
          <p:spPr>
            <a:xfrm>
              <a:off x="2988527" y="4080492"/>
              <a:ext cx="7888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DCCB73"/>
                  </a:solidFill>
                </a:rPr>
                <a:t>Bat DR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F7C7B91-13E1-518C-95F9-4D7A2413905C}"/>
                </a:ext>
              </a:extLst>
            </p:cNvPr>
            <p:cNvSpPr txBox="1"/>
            <p:nvPr/>
          </p:nvSpPr>
          <p:spPr>
            <a:xfrm>
              <a:off x="2870594" y="4479200"/>
              <a:ext cx="852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999932"/>
                  </a:solidFill>
                </a:rPr>
                <a:t>Bat TB1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3C9F23-B971-B916-5DDC-C773BDAAB8B0}"/>
                </a:ext>
              </a:extLst>
            </p:cNvPr>
            <p:cNvSpPr txBox="1"/>
            <p:nvPr/>
          </p:nvSpPr>
          <p:spPr>
            <a:xfrm>
              <a:off x="2997039" y="4802927"/>
              <a:ext cx="762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AA4399"/>
                  </a:solidFill>
                </a:rPr>
                <a:t>Bat LC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8CD7D9-F818-FD8D-3DD2-6B43073BF3AF}"/>
                </a:ext>
              </a:extLst>
            </p:cNvPr>
            <p:cNvSpPr txBox="1"/>
            <p:nvPr/>
          </p:nvSpPr>
          <p:spPr>
            <a:xfrm>
              <a:off x="2234714" y="5126654"/>
              <a:ext cx="10372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C6577"/>
                  </a:solidFill>
                </a:rPr>
                <a:t>Bat EF-E2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D42A72-FD29-FD2E-EDF1-CE3EB0F3BE52}"/>
                </a:ext>
              </a:extLst>
            </p:cNvPr>
            <p:cNvSpPr txBox="1"/>
            <p:nvPr/>
          </p:nvSpPr>
          <p:spPr>
            <a:xfrm>
              <a:off x="3308279" y="5337459"/>
              <a:ext cx="14043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2155"/>
                  </a:solidFill>
                </a:rPr>
                <a:t>RAC-SK SCSK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F129C0-737C-66F7-1D1A-D89499F36C23}"/>
                </a:ext>
              </a:extLst>
            </p:cNvPr>
            <p:cNvSpPr txBox="1"/>
            <p:nvPr/>
          </p:nvSpPr>
          <p:spPr>
            <a:xfrm>
              <a:off x="5810723" y="5583961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NC_031988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4F0F952-9490-F207-3770-BFB40494CA03}"/>
                </a:ext>
              </a:extLst>
            </p:cNvPr>
            <p:cNvCxnSpPr/>
            <p:nvPr/>
          </p:nvCxnSpPr>
          <p:spPr>
            <a:xfrm>
              <a:off x="2858813" y="430924"/>
              <a:ext cx="0" cy="1796565"/>
            </a:xfrm>
            <a:prstGeom prst="line">
              <a:avLst/>
            </a:prstGeom>
            <a:ln>
              <a:solidFill>
                <a:srgbClr val="3222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3A9B59-F5E1-167B-7CED-0DC3812E666C}"/>
                </a:ext>
              </a:extLst>
            </p:cNvPr>
            <p:cNvCxnSpPr/>
            <p:nvPr/>
          </p:nvCxnSpPr>
          <p:spPr>
            <a:xfrm>
              <a:off x="2785874" y="2735320"/>
              <a:ext cx="0" cy="524403"/>
            </a:xfrm>
            <a:prstGeom prst="line">
              <a:avLst/>
            </a:prstGeom>
            <a:ln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7880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1208-2A69-C31F-5597-D68E9628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F0AD7695-315A-F393-83C9-19747BB9D52D}"/>
              </a:ext>
            </a:extLst>
          </p:cNvPr>
          <p:cNvGrpSpPr/>
          <p:nvPr/>
        </p:nvGrpSpPr>
        <p:grpSpPr>
          <a:xfrm>
            <a:off x="1281409" y="0"/>
            <a:ext cx="6858000" cy="6858000"/>
            <a:chOff x="1249" y="0"/>
            <a:chExt cx="6858000" cy="6858000"/>
          </a:xfrm>
        </p:grpSpPr>
        <p:pic>
          <p:nvPicPr>
            <p:cNvPr id="3" name="Picture 2" descr="A comparison of a diagram&#10;&#10;AI-generated content may be incorrect.">
              <a:extLst>
                <a:ext uri="{FF2B5EF4-FFF2-40B4-BE49-F238E27FC236}">
                  <a16:creationId xmlns:a16="http://schemas.microsoft.com/office/drawing/2014/main" id="{837AE8D8-FA57-E0B4-D0DF-EEBD56FD8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9" y="0"/>
              <a:ext cx="6858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CD6B13-2F1F-28AE-85CD-19B72E44EF53}"/>
                </a:ext>
              </a:extLst>
            </p:cNvPr>
            <p:cNvSpPr txBox="1"/>
            <p:nvPr/>
          </p:nvSpPr>
          <p:spPr>
            <a:xfrm>
              <a:off x="2678569" y="1252516"/>
              <a:ext cx="15033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322288"/>
                  </a:solidFill>
                </a:rPr>
                <a:t>Cosmopolitan AF1b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FD3C554-3637-18C8-D6E7-9CF1837B94AE}"/>
                </a:ext>
              </a:extLst>
            </p:cNvPr>
            <p:cNvCxnSpPr/>
            <p:nvPr/>
          </p:nvCxnSpPr>
          <p:spPr>
            <a:xfrm>
              <a:off x="2099861" y="494932"/>
              <a:ext cx="0" cy="1796565"/>
            </a:xfrm>
            <a:prstGeom prst="line">
              <a:avLst/>
            </a:prstGeom>
            <a:ln>
              <a:solidFill>
                <a:srgbClr val="3222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4B1DA19-6EA5-F450-07CB-678A25F3AA40}"/>
                </a:ext>
              </a:extLst>
            </p:cNvPr>
            <p:cNvCxnSpPr/>
            <p:nvPr/>
          </p:nvCxnSpPr>
          <p:spPr>
            <a:xfrm>
              <a:off x="4794293" y="494932"/>
              <a:ext cx="0" cy="1796565"/>
            </a:xfrm>
            <a:prstGeom prst="line">
              <a:avLst/>
            </a:prstGeom>
            <a:ln>
              <a:solidFill>
                <a:srgbClr val="3222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71F820-D0EA-12D7-C858-3F6FB72A0979}"/>
                </a:ext>
              </a:extLst>
            </p:cNvPr>
            <p:cNvSpPr txBox="1"/>
            <p:nvPr/>
          </p:nvSpPr>
          <p:spPr>
            <a:xfrm>
              <a:off x="2660134" y="2227672"/>
              <a:ext cx="1540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88CCEE"/>
                  </a:solidFill>
                </a:rPr>
                <a:t>Cosmopolitan AM2a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5C97D97-1718-92B1-5569-DD5A229EFDD4}"/>
                </a:ext>
              </a:extLst>
            </p:cNvPr>
            <p:cNvSpPr txBox="1"/>
            <p:nvPr/>
          </p:nvSpPr>
          <p:spPr>
            <a:xfrm>
              <a:off x="3081549" y="2442213"/>
              <a:ext cx="695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CBDDA6"/>
                  </a:solidFill>
                </a:rPr>
                <a:t>Arctic A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2DE6339-C0C1-B7EB-EDB1-ECD9E81C1075}"/>
                </a:ext>
              </a:extLst>
            </p:cNvPr>
            <p:cNvCxnSpPr/>
            <p:nvPr/>
          </p:nvCxnSpPr>
          <p:spPr>
            <a:xfrm>
              <a:off x="2099861" y="2662168"/>
              <a:ext cx="0" cy="524403"/>
            </a:xfrm>
            <a:prstGeom prst="line">
              <a:avLst/>
            </a:prstGeom>
            <a:ln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E8BBC75-A91A-BAB0-AF50-F6AFD9004A36}"/>
                </a:ext>
              </a:extLst>
            </p:cNvPr>
            <p:cNvCxnSpPr/>
            <p:nvPr/>
          </p:nvCxnSpPr>
          <p:spPr>
            <a:xfrm>
              <a:off x="4794293" y="2662168"/>
              <a:ext cx="0" cy="524403"/>
            </a:xfrm>
            <a:prstGeom prst="line">
              <a:avLst/>
            </a:prstGeom>
            <a:ln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B88698F-5897-A098-BBBC-65D29EAC60B2}"/>
                </a:ext>
              </a:extLst>
            </p:cNvPr>
            <p:cNvSpPr txBox="1"/>
            <p:nvPr/>
          </p:nvSpPr>
          <p:spPr>
            <a:xfrm>
              <a:off x="2920103" y="2795253"/>
              <a:ext cx="10155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D3446C-D360-C8B4-A909-4B697F0176F1}"/>
                </a:ext>
              </a:extLst>
            </p:cNvPr>
            <p:cNvSpPr txBox="1"/>
            <p:nvPr/>
          </p:nvSpPr>
          <p:spPr>
            <a:xfrm>
              <a:off x="2920103" y="3224334"/>
              <a:ext cx="10203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107733"/>
                  </a:solidFill>
                </a:rPr>
                <a:t>Asian SEA2b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0ED845-4519-9885-0BDF-DE7BAF6976C4}"/>
                </a:ext>
              </a:extLst>
            </p:cNvPr>
            <p:cNvSpPr txBox="1"/>
            <p:nvPr/>
          </p:nvSpPr>
          <p:spPr>
            <a:xfrm>
              <a:off x="2920103" y="3618687"/>
              <a:ext cx="10155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BABD740-EACA-3648-B0C4-846F48CE6E04}"/>
                </a:ext>
              </a:extLst>
            </p:cNvPr>
            <p:cNvSpPr txBox="1"/>
            <p:nvPr/>
          </p:nvSpPr>
          <p:spPr>
            <a:xfrm>
              <a:off x="3108583" y="3982047"/>
              <a:ext cx="6385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DCCB73"/>
                  </a:solidFill>
                </a:rPr>
                <a:t>Bat DR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53BBAE-DB41-53FD-A907-68C5F0D07B5D}"/>
                </a:ext>
              </a:extLst>
            </p:cNvPr>
            <p:cNvSpPr txBox="1"/>
            <p:nvPr/>
          </p:nvSpPr>
          <p:spPr>
            <a:xfrm>
              <a:off x="3096478" y="4364250"/>
              <a:ext cx="6882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999932"/>
                  </a:solidFill>
                </a:rPr>
                <a:t>Bat TB1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4782E4-9EEA-5AFB-8C23-BB4D53A6F3EE}"/>
                </a:ext>
              </a:extLst>
            </p:cNvPr>
            <p:cNvSpPr txBox="1"/>
            <p:nvPr/>
          </p:nvSpPr>
          <p:spPr>
            <a:xfrm>
              <a:off x="3131456" y="4746454"/>
              <a:ext cx="6183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AA4399"/>
                  </a:solidFill>
                </a:rPr>
                <a:t>Bat LC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CF1334D-ACC9-91AE-618D-C18B4AB22CC2}"/>
                </a:ext>
              </a:extLst>
            </p:cNvPr>
            <p:cNvSpPr txBox="1"/>
            <p:nvPr/>
          </p:nvSpPr>
          <p:spPr>
            <a:xfrm>
              <a:off x="3015608" y="4989443"/>
              <a:ext cx="8245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CC6577"/>
                  </a:solidFill>
                </a:rPr>
                <a:t>Bat EF-E2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A0CF3F-61C4-52CA-EAE7-C4CF6F62B0C3}"/>
                </a:ext>
              </a:extLst>
            </p:cNvPr>
            <p:cNvSpPr txBox="1"/>
            <p:nvPr/>
          </p:nvSpPr>
          <p:spPr>
            <a:xfrm>
              <a:off x="2878326" y="5160028"/>
              <a:ext cx="1099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882155"/>
                  </a:solidFill>
                </a:rPr>
                <a:t>RAC-SK SCSK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AE9B65-5787-2DB4-7292-43FA3568BC7A}"/>
                </a:ext>
              </a:extLst>
            </p:cNvPr>
            <p:cNvSpPr txBox="1"/>
            <p:nvPr/>
          </p:nvSpPr>
          <p:spPr>
            <a:xfrm>
              <a:off x="3015608" y="5442797"/>
              <a:ext cx="8980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NC_031988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925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AFFF-B0EA-AA76-C777-DC106945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3A07E8-081C-F81F-47D6-62B5BE384899}"/>
              </a:ext>
            </a:extLst>
          </p:cNvPr>
          <p:cNvGrpSpPr/>
          <p:nvPr/>
        </p:nvGrpSpPr>
        <p:grpSpPr>
          <a:xfrm>
            <a:off x="504496" y="0"/>
            <a:ext cx="6858000" cy="6858000"/>
            <a:chOff x="504496" y="0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A7BD14-CA7A-6D32-B506-C9EED0E16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504496" y="0"/>
              <a:ext cx="6858000" cy="6858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89EAA0-D804-7F8B-A93B-A6E08874A9C6}"/>
                </a:ext>
              </a:extLst>
            </p:cNvPr>
            <p:cNvSpPr txBox="1"/>
            <p:nvPr/>
          </p:nvSpPr>
          <p:spPr>
            <a:xfrm>
              <a:off x="3266088" y="1261240"/>
              <a:ext cx="19423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322288"/>
                  </a:solidFill>
                </a:rPr>
                <a:t>Cosmopolitan AF1b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CAFACA-AB05-9912-83A1-4278C87FD818}"/>
                </a:ext>
              </a:extLst>
            </p:cNvPr>
            <p:cNvSpPr txBox="1"/>
            <p:nvPr/>
          </p:nvSpPr>
          <p:spPr>
            <a:xfrm>
              <a:off x="3129051" y="2006779"/>
              <a:ext cx="19904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CCEE"/>
                  </a:solidFill>
                </a:rPr>
                <a:t>Cosmopolitan AM2a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09B528-5FED-0DB4-C180-A0BD8D18697E}"/>
                </a:ext>
              </a:extLst>
            </p:cNvPr>
            <p:cNvSpPr txBox="1"/>
            <p:nvPr/>
          </p:nvSpPr>
          <p:spPr>
            <a:xfrm>
              <a:off x="3120951" y="2207581"/>
              <a:ext cx="8631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BDDA6"/>
                  </a:solidFill>
                </a:rPr>
                <a:t>Arctic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FC362E-0D35-EF45-7012-624F1D3B8052}"/>
                </a:ext>
              </a:extLst>
            </p:cNvPr>
            <p:cNvSpPr txBox="1"/>
            <p:nvPr/>
          </p:nvSpPr>
          <p:spPr>
            <a:xfrm>
              <a:off x="3214169" y="2634766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196908-4D56-E178-B1A6-536066C64530}"/>
                </a:ext>
              </a:extLst>
            </p:cNvPr>
            <p:cNvSpPr txBox="1"/>
            <p:nvPr/>
          </p:nvSpPr>
          <p:spPr>
            <a:xfrm>
              <a:off x="2861477" y="3390698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F8E4B8-E511-865B-CB06-DA00F7EDCE57}"/>
                </a:ext>
              </a:extLst>
            </p:cNvPr>
            <p:cNvSpPr txBox="1"/>
            <p:nvPr/>
          </p:nvSpPr>
          <p:spPr>
            <a:xfrm>
              <a:off x="3182667" y="3007477"/>
              <a:ext cx="1295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107733"/>
                  </a:solidFill>
                </a:rPr>
                <a:t>Asian SEA2b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462CD5-DB33-9AB0-21DE-E010B0B7F3AC}"/>
                </a:ext>
              </a:extLst>
            </p:cNvPr>
            <p:cNvSpPr txBox="1"/>
            <p:nvPr/>
          </p:nvSpPr>
          <p:spPr>
            <a:xfrm>
              <a:off x="3406312" y="3754674"/>
              <a:ext cx="7888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DCCB73"/>
                  </a:solidFill>
                </a:rPr>
                <a:t>Bat DR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438EBDF-CEC6-F2C8-504F-3DC3763D5A46}"/>
                </a:ext>
              </a:extLst>
            </p:cNvPr>
            <p:cNvSpPr txBox="1"/>
            <p:nvPr/>
          </p:nvSpPr>
          <p:spPr>
            <a:xfrm>
              <a:off x="3298889" y="4121851"/>
              <a:ext cx="852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999932"/>
                  </a:solidFill>
                </a:rPr>
                <a:t>Bat TB1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4283FC-7993-EACD-1691-39B745BD3F9C}"/>
                </a:ext>
              </a:extLst>
            </p:cNvPr>
            <p:cNvSpPr txBox="1"/>
            <p:nvPr/>
          </p:nvSpPr>
          <p:spPr>
            <a:xfrm>
              <a:off x="3425334" y="4414048"/>
              <a:ext cx="762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AA4399"/>
                  </a:solidFill>
                </a:rPr>
                <a:t>Bat LC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3D72BE-7A16-89D8-B0F6-BDB95208D7D9}"/>
                </a:ext>
              </a:extLst>
            </p:cNvPr>
            <p:cNvSpPr txBox="1"/>
            <p:nvPr/>
          </p:nvSpPr>
          <p:spPr>
            <a:xfrm>
              <a:off x="2663009" y="4706243"/>
              <a:ext cx="10372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C6577"/>
                  </a:solidFill>
                </a:rPr>
                <a:t>Bat EF-E2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BB9086-D8E3-F220-28EB-E7000D98366C}"/>
                </a:ext>
              </a:extLst>
            </p:cNvPr>
            <p:cNvSpPr txBox="1"/>
            <p:nvPr/>
          </p:nvSpPr>
          <p:spPr>
            <a:xfrm>
              <a:off x="3747084" y="4896026"/>
              <a:ext cx="14043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2155"/>
                  </a:solidFill>
                </a:rPr>
                <a:t>RAC-SK SCSK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1A36ED-DD0A-5DFB-2F4C-89EB25144CA5}"/>
                </a:ext>
              </a:extLst>
            </p:cNvPr>
            <p:cNvSpPr txBox="1"/>
            <p:nvPr/>
          </p:nvSpPr>
          <p:spPr>
            <a:xfrm>
              <a:off x="6386159" y="5153040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NC_031988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926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</TotalTime>
  <Words>75</Words>
  <Application>Microsoft Macintosh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Rowan Durrant (PGR)</dc:creator>
  <cp:lastModifiedBy>Rowan Durrant (PGR)</cp:lastModifiedBy>
  <cp:revision>4</cp:revision>
  <dcterms:created xsi:type="dcterms:W3CDTF">2025-08-07T19:01:33Z</dcterms:created>
  <dcterms:modified xsi:type="dcterms:W3CDTF">2025-08-14T21:00:20Z</dcterms:modified>
</cp:coreProperties>
</file>