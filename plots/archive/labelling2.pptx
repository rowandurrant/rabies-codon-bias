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8999538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CCEE"/>
    <a:srgbClr val="CBDDA6"/>
    <a:srgbClr val="107733"/>
    <a:srgbClr val="DCCB73"/>
    <a:srgbClr val="999932"/>
    <a:srgbClr val="CC6577"/>
    <a:srgbClr val="AA4399"/>
    <a:srgbClr val="882155"/>
    <a:srgbClr val="44AA99"/>
    <a:srgbClr val="3222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>
        <p:scale>
          <a:sx n="112" d="100"/>
          <a:sy n="112" d="100"/>
        </p:scale>
        <p:origin x="1768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472842"/>
            <a:ext cx="7649607" cy="3133172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4726842"/>
            <a:ext cx="6749654" cy="2172804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3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243638"/>
            <a:ext cx="7762102" cy="3743557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6022610"/>
            <a:ext cx="7762102" cy="1968648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4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395710"/>
            <a:ext cx="3824804" cy="57101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395710"/>
            <a:ext cx="3824804" cy="57101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0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479144"/>
            <a:ext cx="7762102" cy="173949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206137"/>
            <a:ext cx="3807226" cy="108119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287331"/>
            <a:ext cx="3807226" cy="48351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2206137"/>
            <a:ext cx="3825976" cy="108119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3287331"/>
            <a:ext cx="3825976" cy="48351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7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9969"/>
            <a:ext cx="2902585" cy="2099892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295769"/>
            <a:ext cx="4556016" cy="6395505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9862"/>
            <a:ext cx="2902585" cy="500182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6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9969"/>
            <a:ext cx="2902585" cy="2099892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295769"/>
            <a:ext cx="4556016" cy="6395505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9862"/>
            <a:ext cx="2902585" cy="500182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6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4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479142"/>
            <a:ext cx="1940525" cy="762669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479142"/>
            <a:ext cx="5709082" cy="762669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9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479144"/>
            <a:ext cx="776210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395710"/>
            <a:ext cx="776210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8341240"/>
            <a:ext cx="20248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3C940-8F42-FE43-8415-281A589944F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8341240"/>
            <a:ext cx="3037344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8341240"/>
            <a:ext cx="20248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1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1208-2A69-C31F-5597-D68E9628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A5790E54-8DD1-6C86-C191-EE4AF667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99538" cy="89995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425DB6-3023-AF62-4F89-B2C019ADFC86}"/>
              </a:ext>
            </a:extLst>
          </p:cNvPr>
          <p:cNvSpPr txBox="1"/>
          <p:nvPr/>
        </p:nvSpPr>
        <p:spPr>
          <a:xfrm>
            <a:off x="3539685" y="1672066"/>
            <a:ext cx="1772537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322288"/>
                </a:solidFill>
              </a:rPr>
              <a:t>Cosmopolitan AF1b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3CB9AD-1F85-8D28-5B0B-40EC52AE73E1}"/>
              </a:ext>
            </a:extLst>
          </p:cNvPr>
          <p:cNvSpPr txBox="1"/>
          <p:nvPr/>
        </p:nvSpPr>
        <p:spPr>
          <a:xfrm>
            <a:off x="3516546" y="2923579"/>
            <a:ext cx="1814215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88CCEE"/>
                </a:solidFill>
              </a:rPr>
              <a:t>Cosmopolitan AM2a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72CBCC-392B-DFEB-3F61-63EC04184D47}"/>
              </a:ext>
            </a:extLst>
          </p:cNvPr>
          <p:cNvSpPr txBox="1"/>
          <p:nvPr/>
        </p:nvSpPr>
        <p:spPr>
          <a:xfrm>
            <a:off x="4026663" y="3172081"/>
            <a:ext cx="799321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CBDDA6"/>
                </a:solidFill>
              </a:rPr>
              <a:t>Arctic 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8CBC3-92F4-9F60-4581-55AA2CBA1ADC}"/>
              </a:ext>
            </a:extLst>
          </p:cNvPr>
          <p:cNvSpPr txBox="1"/>
          <p:nvPr/>
        </p:nvSpPr>
        <p:spPr>
          <a:xfrm>
            <a:off x="3838535" y="3672695"/>
            <a:ext cx="1241528" cy="314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44" dirty="0">
                <a:solidFill>
                  <a:srgbClr val="44AA99"/>
                </a:solidFill>
              </a:rPr>
              <a:t>Asian SEA2a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55D21F-7928-A8FA-AE85-0BCA29435F70}"/>
              </a:ext>
            </a:extLst>
          </p:cNvPr>
          <p:cNvSpPr txBox="1"/>
          <p:nvPr/>
        </p:nvSpPr>
        <p:spPr>
          <a:xfrm>
            <a:off x="3834328" y="4344097"/>
            <a:ext cx="1187441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107733"/>
                </a:solidFill>
              </a:rPr>
              <a:t>Asian SEA2b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361F53-7785-59F1-641D-73948B8BEE56}"/>
              </a:ext>
            </a:extLst>
          </p:cNvPr>
          <p:cNvSpPr txBox="1"/>
          <p:nvPr/>
        </p:nvSpPr>
        <p:spPr>
          <a:xfrm>
            <a:off x="3825056" y="4749910"/>
            <a:ext cx="1181029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44AA99"/>
                </a:solidFill>
              </a:rPr>
              <a:t>Asian SEA2a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091C23-6F48-D5B0-2F85-0B3EBBE12BBD}"/>
              </a:ext>
            </a:extLst>
          </p:cNvPr>
          <p:cNvSpPr txBox="1"/>
          <p:nvPr/>
        </p:nvSpPr>
        <p:spPr>
          <a:xfrm>
            <a:off x="4060655" y="5253941"/>
            <a:ext cx="728084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DCCB73"/>
                </a:solidFill>
              </a:rPr>
              <a:t>Bat DR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FB9937-CE76-EDFA-597C-322C26B95023}"/>
              </a:ext>
            </a:extLst>
          </p:cNvPr>
          <p:cNvSpPr txBox="1"/>
          <p:nvPr/>
        </p:nvSpPr>
        <p:spPr>
          <a:xfrm>
            <a:off x="4030154" y="5806678"/>
            <a:ext cx="788999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999932"/>
                </a:solidFill>
              </a:rPr>
              <a:t>Bat TB1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A6973A-1876-B570-6429-F236DAA5C1F6}"/>
              </a:ext>
            </a:extLst>
          </p:cNvPr>
          <p:cNvSpPr txBox="1"/>
          <p:nvPr/>
        </p:nvSpPr>
        <p:spPr>
          <a:xfrm>
            <a:off x="4073193" y="6232939"/>
            <a:ext cx="705386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AA4399"/>
                </a:solidFill>
              </a:rPr>
              <a:t>Bat LC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C9F3EA-35C2-D0EE-87E1-F78319BEAF79}"/>
              </a:ext>
            </a:extLst>
          </p:cNvPr>
          <p:cNvSpPr txBox="1"/>
          <p:nvPr/>
        </p:nvSpPr>
        <p:spPr>
          <a:xfrm>
            <a:off x="3951187" y="6547647"/>
            <a:ext cx="954107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CC6577"/>
                </a:solidFill>
              </a:rPr>
              <a:t>Bat EF-E2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ED4C5A-3E82-A8C1-18C2-B4633573B27A}"/>
              </a:ext>
            </a:extLst>
          </p:cNvPr>
          <p:cNvSpPr txBox="1"/>
          <p:nvPr/>
        </p:nvSpPr>
        <p:spPr>
          <a:xfrm>
            <a:off x="3834327" y="6849885"/>
            <a:ext cx="1282852" cy="314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4" dirty="0">
                <a:solidFill>
                  <a:srgbClr val="882155"/>
                </a:solidFill>
              </a:rPr>
              <a:t>RAC-SK SCSK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3DD7A4-4DBF-2137-65EC-2375E46D8C27}"/>
              </a:ext>
            </a:extLst>
          </p:cNvPr>
          <p:cNvSpPr txBox="1"/>
          <p:nvPr/>
        </p:nvSpPr>
        <p:spPr>
          <a:xfrm>
            <a:off x="4099181" y="7061351"/>
            <a:ext cx="699230" cy="213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87" dirty="0"/>
              <a:t>NC_031988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72DBDB3-5DB1-2629-941E-C1FD533743AC}"/>
              </a:ext>
            </a:extLst>
          </p:cNvPr>
          <p:cNvCxnSpPr/>
          <p:nvPr/>
        </p:nvCxnSpPr>
        <p:spPr>
          <a:xfrm>
            <a:off x="5765632" y="600533"/>
            <a:ext cx="0" cy="2357576"/>
          </a:xfrm>
          <a:prstGeom prst="line">
            <a:avLst/>
          </a:prstGeom>
          <a:ln w="19050">
            <a:solidFill>
              <a:srgbClr val="322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FFDA151-C3D2-71F0-3414-317546174866}"/>
              </a:ext>
            </a:extLst>
          </p:cNvPr>
          <p:cNvCxnSpPr/>
          <p:nvPr/>
        </p:nvCxnSpPr>
        <p:spPr>
          <a:xfrm>
            <a:off x="5765127" y="3501813"/>
            <a:ext cx="0" cy="688158"/>
          </a:xfrm>
          <a:prstGeom prst="line">
            <a:avLst/>
          </a:prstGeom>
          <a:ln w="19050">
            <a:solidFill>
              <a:srgbClr val="44A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592CEC4-53B4-8E23-ADD2-5B29BADB3579}"/>
              </a:ext>
            </a:extLst>
          </p:cNvPr>
          <p:cNvCxnSpPr>
            <a:cxnSpLocks/>
          </p:cNvCxnSpPr>
          <p:nvPr/>
        </p:nvCxnSpPr>
        <p:spPr>
          <a:xfrm>
            <a:off x="5765127" y="6919320"/>
            <a:ext cx="0" cy="204434"/>
          </a:xfrm>
          <a:prstGeom prst="line">
            <a:avLst/>
          </a:prstGeom>
          <a:ln w="19050">
            <a:solidFill>
              <a:srgbClr val="882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E9A31EB-CDBD-79DB-2151-3814E7721FBB}"/>
              </a:ext>
            </a:extLst>
          </p:cNvPr>
          <p:cNvCxnSpPr>
            <a:cxnSpLocks/>
          </p:cNvCxnSpPr>
          <p:nvPr/>
        </p:nvCxnSpPr>
        <p:spPr>
          <a:xfrm>
            <a:off x="5765127" y="6555822"/>
            <a:ext cx="0" cy="311328"/>
          </a:xfrm>
          <a:prstGeom prst="line">
            <a:avLst/>
          </a:prstGeom>
          <a:ln w="19050">
            <a:solidFill>
              <a:srgbClr val="C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648D8A3-5D64-CC35-E061-2D03C47C4CB0}"/>
              </a:ext>
            </a:extLst>
          </p:cNvPr>
          <p:cNvCxnSpPr>
            <a:cxnSpLocks/>
          </p:cNvCxnSpPr>
          <p:nvPr/>
        </p:nvCxnSpPr>
        <p:spPr>
          <a:xfrm>
            <a:off x="5765127" y="6236956"/>
            <a:ext cx="0" cy="276544"/>
          </a:xfrm>
          <a:prstGeom prst="line">
            <a:avLst/>
          </a:prstGeom>
          <a:ln w="19050">
            <a:solidFill>
              <a:srgbClr val="AA4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B3CEE25-60E7-9CE7-4265-7238799FEEA4}"/>
              </a:ext>
            </a:extLst>
          </p:cNvPr>
          <p:cNvCxnSpPr>
            <a:cxnSpLocks/>
          </p:cNvCxnSpPr>
          <p:nvPr/>
        </p:nvCxnSpPr>
        <p:spPr>
          <a:xfrm>
            <a:off x="5765127" y="5778472"/>
            <a:ext cx="0" cy="410270"/>
          </a:xfrm>
          <a:prstGeom prst="line">
            <a:avLst/>
          </a:prstGeom>
          <a:ln w="19050">
            <a:solidFill>
              <a:srgbClr val="9999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FCFF165-D9C4-4C34-F4C8-61A72BBC8445}"/>
              </a:ext>
            </a:extLst>
          </p:cNvPr>
          <p:cNvCxnSpPr>
            <a:cxnSpLocks/>
          </p:cNvCxnSpPr>
          <p:nvPr/>
        </p:nvCxnSpPr>
        <p:spPr>
          <a:xfrm>
            <a:off x="5765127" y="5120519"/>
            <a:ext cx="0" cy="614882"/>
          </a:xfrm>
          <a:prstGeom prst="line">
            <a:avLst/>
          </a:prstGeom>
          <a:ln w="19050">
            <a:solidFill>
              <a:srgbClr val="DCC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C75E6FC-4F69-A5FE-0FFC-04DEAE48BF21}"/>
              </a:ext>
            </a:extLst>
          </p:cNvPr>
          <p:cNvCxnSpPr>
            <a:cxnSpLocks/>
          </p:cNvCxnSpPr>
          <p:nvPr/>
        </p:nvCxnSpPr>
        <p:spPr>
          <a:xfrm>
            <a:off x="5765127" y="4749909"/>
            <a:ext cx="0" cy="349405"/>
          </a:xfrm>
          <a:prstGeom prst="line">
            <a:avLst/>
          </a:prstGeom>
          <a:ln w="19050">
            <a:solidFill>
              <a:srgbClr val="44A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4080486-0FC9-0128-2C09-916C96BB7E51}"/>
              </a:ext>
            </a:extLst>
          </p:cNvPr>
          <p:cNvCxnSpPr>
            <a:cxnSpLocks/>
          </p:cNvCxnSpPr>
          <p:nvPr/>
        </p:nvCxnSpPr>
        <p:spPr>
          <a:xfrm>
            <a:off x="5765127" y="4229092"/>
            <a:ext cx="0" cy="501737"/>
          </a:xfrm>
          <a:prstGeom prst="line">
            <a:avLst/>
          </a:prstGeom>
          <a:ln w="19050">
            <a:solidFill>
              <a:srgbClr val="10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CBC5B94-2D7F-DA82-438A-9EA60D5E27CE}"/>
              </a:ext>
            </a:extLst>
          </p:cNvPr>
          <p:cNvCxnSpPr>
            <a:cxnSpLocks/>
          </p:cNvCxnSpPr>
          <p:nvPr/>
        </p:nvCxnSpPr>
        <p:spPr>
          <a:xfrm>
            <a:off x="5765632" y="3213172"/>
            <a:ext cx="0" cy="256664"/>
          </a:xfrm>
          <a:prstGeom prst="line">
            <a:avLst/>
          </a:prstGeom>
          <a:ln w="19050">
            <a:solidFill>
              <a:srgbClr val="CBD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4E5CA68-8531-2D12-AB14-48396FAFF3D9}"/>
              </a:ext>
            </a:extLst>
          </p:cNvPr>
          <p:cNvCxnSpPr>
            <a:cxnSpLocks/>
          </p:cNvCxnSpPr>
          <p:nvPr/>
        </p:nvCxnSpPr>
        <p:spPr>
          <a:xfrm>
            <a:off x="5765632" y="3002894"/>
            <a:ext cx="0" cy="172908"/>
          </a:xfrm>
          <a:prstGeom prst="line">
            <a:avLst/>
          </a:prstGeom>
          <a:ln w="19050">
            <a:solidFill>
              <a:srgbClr val="88CC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14C8DBBB-CD77-7B16-1D33-61531C115A29}"/>
              </a:ext>
            </a:extLst>
          </p:cNvPr>
          <p:cNvSpPr/>
          <p:nvPr/>
        </p:nvSpPr>
        <p:spPr>
          <a:xfrm>
            <a:off x="5705637" y="7175923"/>
            <a:ext cx="59996" cy="410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62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A9A279C-4A89-60FC-5AEF-893735171B0B}"/>
              </a:ext>
            </a:extLst>
          </p:cNvPr>
          <p:cNvSpPr/>
          <p:nvPr/>
        </p:nvSpPr>
        <p:spPr>
          <a:xfrm>
            <a:off x="3285079" y="7141450"/>
            <a:ext cx="59996" cy="410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62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3C42730-9F6D-C29E-72E8-4408E181EAEB}"/>
              </a:ext>
            </a:extLst>
          </p:cNvPr>
          <p:cNvCxnSpPr/>
          <p:nvPr/>
        </p:nvCxnSpPr>
        <p:spPr>
          <a:xfrm>
            <a:off x="3144266" y="600532"/>
            <a:ext cx="0" cy="2357576"/>
          </a:xfrm>
          <a:prstGeom prst="line">
            <a:avLst/>
          </a:prstGeom>
          <a:ln w="19050">
            <a:solidFill>
              <a:srgbClr val="322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69ADEB8-8A1C-2A95-2D95-AEC18BE0370C}"/>
              </a:ext>
            </a:extLst>
          </p:cNvPr>
          <p:cNvCxnSpPr/>
          <p:nvPr/>
        </p:nvCxnSpPr>
        <p:spPr>
          <a:xfrm>
            <a:off x="3143760" y="3501812"/>
            <a:ext cx="0" cy="688158"/>
          </a:xfrm>
          <a:prstGeom prst="line">
            <a:avLst/>
          </a:prstGeom>
          <a:ln w="19050">
            <a:solidFill>
              <a:srgbClr val="44A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7C1B433-D99B-A0C7-2097-67BC5600B144}"/>
              </a:ext>
            </a:extLst>
          </p:cNvPr>
          <p:cNvCxnSpPr>
            <a:cxnSpLocks/>
          </p:cNvCxnSpPr>
          <p:nvPr/>
        </p:nvCxnSpPr>
        <p:spPr>
          <a:xfrm>
            <a:off x="3143760" y="6919319"/>
            <a:ext cx="0" cy="204434"/>
          </a:xfrm>
          <a:prstGeom prst="line">
            <a:avLst/>
          </a:prstGeom>
          <a:ln w="19050">
            <a:solidFill>
              <a:srgbClr val="882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9E4239E-37A4-8B1A-09F9-BC6C04BBA393}"/>
              </a:ext>
            </a:extLst>
          </p:cNvPr>
          <p:cNvCxnSpPr>
            <a:cxnSpLocks/>
          </p:cNvCxnSpPr>
          <p:nvPr/>
        </p:nvCxnSpPr>
        <p:spPr>
          <a:xfrm>
            <a:off x="3143760" y="6555821"/>
            <a:ext cx="0" cy="311328"/>
          </a:xfrm>
          <a:prstGeom prst="line">
            <a:avLst/>
          </a:prstGeom>
          <a:ln w="19050">
            <a:solidFill>
              <a:srgbClr val="C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A68F8CD-B381-75D2-5E4A-E53AF329B61A}"/>
              </a:ext>
            </a:extLst>
          </p:cNvPr>
          <p:cNvCxnSpPr>
            <a:cxnSpLocks/>
          </p:cNvCxnSpPr>
          <p:nvPr/>
        </p:nvCxnSpPr>
        <p:spPr>
          <a:xfrm>
            <a:off x="3143760" y="6236954"/>
            <a:ext cx="0" cy="276544"/>
          </a:xfrm>
          <a:prstGeom prst="line">
            <a:avLst/>
          </a:prstGeom>
          <a:ln w="19050">
            <a:solidFill>
              <a:srgbClr val="AA4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EB294C-F6D0-8B6E-B41B-0B687A1D1F4F}"/>
              </a:ext>
            </a:extLst>
          </p:cNvPr>
          <p:cNvCxnSpPr>
            <a:cxnSpLocks/>
          </p:cNvCxnSpPr>
          <p:nvPr/>
        </p:nvCxnSpPr>
        <p:spPr>
          <a:xfrm>
            <a:off x="3143760" y="5778471"/>
            <a:ext cx="0" cy="410270"/>
          </a:xfrm>
          <a:prstGeom prst="line">
            <a:avLst/>
          </a:prstGeom>
          <a:ln w="19050">
            <a:solidFill>
              <a:srgbClr val="9999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E8CC41E-509C-0D48-2651-6BA8E7C0B556}"/>
              </a:ext>
            </a:extLst>
          </p:cNvPr>
          <p:cNvCxnSpPr>
            <a:cxnSpLocks/>
          </p:cNvCxnSpPr>
          <p:nvPr/>
        </p:nvCxnSpPr>
        <p:spPr>
          <a:xfrm>
            <a:off x="3143760" y="5120518"/>
            <a:ext cx="0" cy="614882"/>
          </a:xfrm>
          <a:prstGeom prst="line">
            <a:avLst/>
          </a:prstGeom>
          <a:ln w="19050">
            <a:solidFill>
              <a:srgbClr val="DCC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BF56BAE-FE86-68B8-951F-30FD07512797}"/>
              </a:ext>
            </a:extLst>
          </p:cNvPr>
          <p:cNvCxnSpPr>
            <a:cxnSpLocks/>
          </p:cNvCxnSpPr>
          <p:nvPr/>
        </p:nvCxnSpPr>
        <p:spPr>
          <a:xfrm>
            <a:off x="3143760" y="4749908"/>
            <a:ext cx="0" cy="349405"/>
          </a:xfrm>
          <a:prstGeom prst="line">
            <a:avLst/>
          </a:prstGeom>
          <a:ln w="19050">
            <a:solidFill>
              <a:srgbClr val="44A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A6E0D66-FD92-7487-C8ED-4687C89B0E18}"/>
              </a:ext>
            </a:extLst>
          </p:cNvPr>
          <p:cNvCxnSpPr>
            <a:cxnSpLocks/>
          </p:cNvCxnSpPr>
          <p:nvPr/>
        </p:nvCxnSpPr>
        <p:spPr>
          <a:xfrm>
            <a:off x="3143760" y="4229090"/>
            <a:ext cx="0" cy="501737"/>
          </a:xfrm>
          <a:prstGeom prst="line">
            <a:avLst/>
          </a:prstGeom>
          <a:ln w="19050">
            <a:solidFill>
              <a:srgbClr val="10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F391AC8-FFF9-312A-8809-407AA1C55D27}"/>
              </a:ext>
            </a:extLst>
          </p:cNvPr>
          <p:cNvCxnSpPr>
            <a:cxnSpLocks/>
          </p:cNvCxnSpPr>
          <p:nvPr/>
        </p:nvCxnSpPr>
        <p:spPr>
          <a:xfrm>
            <a:off x="3144266" y="3213171"/>
            <a:ext cx="0" cy="256664"/>
          </a:xfrm>
          <a:prstGeom prst="line">
            <a:avLst/>
          </a:prstGeom>
          <a:ln w="19050">
            <a:solidFill>
              <a:srgbClr val="CBD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429C442-03DE-018A-CB3C-5B7D00B5B038}"/>
              </a:ext>
            </a:extLst>
          </p:cNvPr>
          <p:cNvCxnSpPr>
            <a:cxnSpLocks/>
          </p:cNvCxnSpPr>
          <p:nvPr/>
        </p:nvCxnSpPr>
        <p:spPr>
          <a:xfrm>
            <a:off x="3144266" y="3002893"/>
            <a:ext cx="0" cy="172908"/>
          </a:xfrm>
          <a:prstGeom prst="line">
            <a:avLst/>
          </a:prstGeom>
          <a:ln w="19050">
            <a:solidFill>
              <a:srgbClr val="88CC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25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9511</TotalTime>
  <Words>25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 Durrant (PGR)</dc:creator>
  <cp:lastModifiedBy>Rowan Durrant</cp:lastModifiedBy>
  <cp:revision>9</cp:revision>
  <dcterms:created xsi:type="dcterms:W3CDTF">2025-08-07T19:01:33Z</dcterms:created>
  <dcterms:modified xsi:type="dcterms:W3CDTF">2026-01-12T19:04:51Z</dcterms:modified>
</cp:coreProperties>
</file>